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005030000000200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206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758" y="599956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LogineX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1758" y="1542455"/>
            <a:ext cx="5691783" cy="382429"/>
          </a:xfrm>
          <a:prstGeom prst="roundRect">
            <a:avLst>
              <a:gd name="adj" fmla="val 18372"/>
            </a:avLst>
          </a:prstGeom>
          <a:solidFill>
            <a:srgbClr val="0A004D"/>
          </a:solidFill>
          <a:ln/>
        </p:spPr>
      </p:sp>
      <p:sp>
        <p:nvSpPr>
          <p:cNvPr id="5" name="Text 2"/>
          <p:cNvSpPr/>
          <p:nvPr/>
        </p:nvSpPr>
        <p:spPr>
          <a:xfrm>
            <a:off x="857131" y="1605082"/>
            <a:ext cx="544103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 - LOCAL TRUCK, MACHINERY &amp; PROJECT CARGO PLATFORM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758" y="2141696"/>
            <a:ext cx="7680484" cy="1227415"/>
          </a:xfrm>
          <a:prstGeom prst="roundRect">
            <a:avLst>
              <a:gd name="adj" fmla="val 7155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3692" y="2373630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Leader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63692" y="2815828"/>
            <a:ext cx="7216616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Manomay Shukla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758" y="3561874"/>
            <a:ext cx="7680484" cy="1227415"/>
          </a:xfrm>
          <a:prstGeom prst="roundRect">
            <a:avLst>
              <a:gd name="adj" fmla="val 7155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3692" y="3793808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963692" y="4236006"/>
            <a:ext cx="7216616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Soumya Singh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758" y="4982051"/>
            <a:ext cx="7680484" cy="1227415"/>
          </a:xfrm>
          <a:prstGeom prst="roundRect">
            <a:avLst>
              <a:gd name="adj" fmla="val 7155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3692" y="5213985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963692" y="5656183"/>
            <a:ext cx="7216616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Snehil Raj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758" y="6402229"/>
            <a:ext cx="7680484" cy="1227415"/>
          </a:xfrm>
          <a:prstGeom prst="roundRect">
            <a:avLst>
              <a:gd name="adj" fmla="val 7155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3692" y="663416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963692" y="7076361"/>
            <a:ext cx="7216616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Khalid Khalil Ali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6159"/>
            <a:ext cx="107986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LogineX? The Market Opportunity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18567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053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🚛</a:t>
            </a: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Massive Market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543419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India's road freight market is one of the largest and fastest - growing in the world, with enormous untapped digital potential.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818567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053001"/>
            <a:ext cx="30735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⛽</a:t>
            </a: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Empty Return Trips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543419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Trucks frequently return empty after delivery burning fuel and earning nothing on the return journey.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818567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053001"/>
            <a:ext cx="32826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📋</a:t>
            </a: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Spot - Driven Market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543419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freight bookings in India are spot - based, not long - term contracts creating volatility and inefficiency for fleet owners.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84751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connect truck owners, machinery movers, cargo owners, and verified drivers in </a:t>
            </a: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trusted platform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built for India's real logistics reality.</a:t>
            </a:r>
            <a:endParaRPr lang="en-US" sz="17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3D242-3D0C-5EC8-8841-FD4E70E99872}"/>
              </a:ext>
            </a:extLst>
          </p:cNvPr>
          <p:cNvSpPr txBox="1"/>
          <p:nvPr/>
        </p:nvSpPr>
        <p:spPr>
          <a:xfrm>
            <a:off x="12843164" y="7741227"/>
            <a:ext cx="1714500" cy="37407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LogineX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05776" y="582454"/>
            <a:ext cx="1159312" cy="389096"/>
          </a:xfrm>
          <a:prstGeom prst="roundRect">
            <a:avLst>
              <a:gd name="adj" fmla="val 17751"/>
            </a:avLst>
          </a:prstGeom>
          <a:noFill/>
          <a:ln w="7620">
            <a:solidFill>
              <a:srgbClr val="2B0A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336625" y="651629"/>
            <a:ext cx="897612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FCEC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05776" y="1045964"/>
            <a:ext cx="7705249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Empty Trips Drain Every Rupee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057781" y="2609969"/>
            <a:ext cx="3897868" cy="5037058"/>
          </a:xfrm>
          <a:prstGeom prst="roundRect">
            <a:avLst>
              <a:gd name="adj" fmla="val 3797"/>
            </a:avLst>
          </a:prstGeom>
          <a:solidFill>
            <a:srgbClr val="2B0AFF"/>
          </a:solidFill>
          <a:ln/>
        </p:spPr>
      </p:sp>
      <p:sp>
        <p:nvSpPr>
          <p:cNvPr id="7" name="Text 4"/>
          <p:cNvSpPr/>
          <p:nvPr/>
        </p:nvSpPr>
        <p:spPr>
          <a:xfrm>
            <a:off x="6263283" y="2796183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Core Waste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263283" y="3303508"/>
            <a:ext cx="3486864" cy="156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truck that moves without a load is money lost. Fuel is consumed, the engine wears down, and the driver's time is spent all with zero revenue to show for it.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316766" y="2796183"/>
            <a:ext cx="3601879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This Means for Owners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316766" y="3624620"/>
            <a:ext cx="3601879" cy="395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Trucks return without load after delivery a widespread, daily occurrence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costs are incurred on empty return legs with no offsetting income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 efficiency drops, maintenance costs rise, and earnings shrink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truck is moving, but the owner simply is not earning enough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849EF-17A7-AF36-A6D6-5DBFFC6AADB4}"/>
              </a:ext>
            </a:extLst>
          </p:cNvPr>
          <p:cNvSpPr txBox="1"/>
          <p:nvPr/>
        </p:nvSpPr>
        <p:spPr>
          <a:xfrm>
            <a:off x="12843164" y="7730836"/>
            <a:ext cx="1714500" cy="37407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LogineX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0065"/>
            <a:ext cx="1009769" cy="315516"/>
          </a:xfrm>
          <a:prstGeom prst="roundRect">
            <a:avLst>
              <a:gd name="adj" fmla="val 18494"/>
            </a:avLst>
          </a:prstGeom>
          <a:noFill/>
          <a:ln w="7620">
            <a:solidFill>
              <a:srgbClr val="2B0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537" y="579715"/>
            <a:ext cx="786170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CEC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8682"/>
            <a:ext cx="6600587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Market Is Still </a:t>
            </a:r>
            <a:r>
              <a:rPr lang="en-US" sz="3400" b="1" dirty="0" err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Unorganised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1780342"/>
            <a:ext cx="5779532" cy="577953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103" y="1561386"/>
            <a:ext cx="5779532" cy="57795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6103" y="1851375"/>
            <a:ext cx="1722571" cy="47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BROKER DEPENDENCY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522590" y="2701636"/>
            <a:ext cx="1366084" cy="1548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128626" y="4724093"/>
            <a:ext cx="1760048" cy="21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LOW TRUST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522589" y="6689151"/>
            <a:ext cx="2424333" cy="572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verification system between cargo owners and drivers.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125797" y="1855689"/>
            <a:ext cx="1354758" cy="49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OPAQUE PRICING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331712" y="2776318"/>
            <a:ext cx="1178754" cy="1683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Rates negotiated informally with no information or transparency.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035672" y="4693531"/>
            <a:ext cx="1444883" cy="54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DIGITAL EXCLUSION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01067" y="5528097"/>
            <a:ext cx="1444883" cy="239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401067" y="6935232"/>
            <a:ext cx="1891442" cy="357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built for their scale.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534513" y="3335179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Real Gap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534513" y="3739277"/>
            <a:ext cx="5779532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transport infrastructure exists across India. Trucks are on the road. Cargo needs to move. But the </a:t>
            </a:r>
            <a:r>
              <a:rPr lang="en-US" sz="13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 between supply and demand is still messy, </a:t>
            </a:r>
            <a:r>
              <a:rPr lang="en-US" sz="13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across brokers, informal networks, and phone calls.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7534513" y="4869894"/>
            <a:ext cx="5779532" cy="1118473"/>
          </a:xfrm>
          <a:prstGeom prst="roundRect">
            <a:avLst>
              <a:gd name="adj" fmla="val 6521"/>
            </a:avLst>
          </a:prstGeom>
          <a:solidFill>
            <a:srgbClr val="4B3F0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106" y="5117783"/>
            <a:ext cx="217051" cy="1735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98750" y="5046107"/>
            <a:ext cx="5041702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fleet owners, who form the backbone of India's freight economy, receive virtually no structured digital support today.</a:t>
            </a:r>
            <a:endParaRPr lang="en-US" sz="13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F1E6FB-B1A0-66BA-146E-0E9DCB10C19A}"/>
              </a:ext>
            </a:extLst>
          </p:cNvPr>
          <p:cNvSpPr txBox="1"/>
          <p:nvPr/>
        </p:nvSpPr>
        <p:spPr>
          <a:xfrm>
            <a:off x="12843164" y="7730836"/>
            <a:ext cx="1714500" cy="37407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LogineX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F2BC03-E05D-8990-AF15-AC2CC13DD0D2}"/>
              </a:ext>
            </a:extLst>
          </p:cNvPr>
          <p:cNvSpPr txBox="1"/>
          <p:nvPr/>
        </p:nvSpPr>
        <p:spPr>
          <a:xfrm>
            <a:off x="1439463" y="3189735"/>
            <a:ext cx="144921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 rely on middlemen, phone calls, and WhatsApp groups.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A0E79-E050-2460-9CAA-098C7431ED6B}"/>
              </a:ext>
            </a:extLst>
          </p:cNvPr>
          <p:cNvSpPr txBox="1"/>
          <p:nvPr/>
        </p:nvSpPr>
        <p:spPr>
          <a:xfrm>
            <a:off x="4331712" y="5455582"/>
            <a:ext cx="10923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fleet owners lack tools.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44565" y="540068"/>
            <a:ext cx="847725" cy="269319"/>
          </a:xfrm>
          <a:prstGeom prst="roundRect">
            <a:avLst>
              <a:gd name="adj" fmla="val 19898"/>
            </a:avLst>
          </a:prstGeom>
          <a:solidFill>
            <a:srgbClr val="0A004D"/>
          </a:solidFill>
          <a:ln/>
        </p:spPr>
      </p:sp>
      <p:sp>
        <p:nvSpPr>
          <p:cNvPr id="4" name="Text 1"/>
          <p:cNvSpPr/>
          <p:nvPr/>
        </p:nvSpPr>
        <p:spPr>
          <a:xfrm>
            <a:off x="6140172" y="587812"/>
            <a:ext cx="65651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44565" y="854154"/>
            <a:ext cx="6522958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Platform for Private Logistics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044565" y="1520666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1610" y="1687711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2B0A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3174" y="1819275"/>
            <a:ext cx="215265" cy="2152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1610" y="2278142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All Vehicle Types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211610" y="2594491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Trucks, machinery movers, and project cargo all in one place.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44565" y="3090863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11610" y="3257907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2B0A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3174" y="3389471"/>
            <a:ext cx="215265" cy="2152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1610" y="3848338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 &amp; Contract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211610" y="4164687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both one - time spot trips and long - term contract logistics.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44565" y="4661059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11610" y="4828103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2B0A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3174" y="4959668"/>
            <a:ext cx="215265" cy="2152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11610" y="5418534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Broker Needed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6211610" y="5734883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connections between cargo owners, drivers, and fleet owners.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044565" y="6231255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211610" y="6398300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2B0AF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3174" y="6529864"/>
            <a:ext cx="215265" cy="2152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11610" y="6988731"/>
            <a:ext cx="2141458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 Load Matching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211610" y="7305080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suggestions for return loads reduce empty trips and idle vehicles.</a:t>
            </a:r>
            <a:endParaRPr lang="en-US" sz="12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481BA3-D063-BE0F-363D-DA9B82E2B10D}"/>
              </a:ext>
            </a:extLst>
          </p:cNvPr>
          <p:cNvSpPr txBox="1"/>
          <p:nvPr/>
        </p:nvSpPr>
        <p:spPr>
          <a:xfrm>
            <a:off x="12843164" y="7730836"/>
            <a:ext cx="1714500" cy="37407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LogineX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635437"/>
            <a:ext cx="1202531" cy="432554"/>
          </a:xfrm>
          <a:prstGeom prst="roundRect">
            <a:avLst>
              <a:gd name="adj" fmla="val 17344"/>
            </a:avLst>
          </a:prstGeom>
          <a:noFill/>
          <a:ln w="7620">
            <a:solidFill>
              <a:srgbClr val="2B0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2972" y="709970"/>
            <a:ext cx="91940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CEC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1407" y="1155859"/>
            <a:ext cx="6776204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Trust, Tracking &amp; Control</a:t>
            </a:r>
            <a:endParaRPr lang="en-US" sz="4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2535436"/>
            <a:ext cx="8303300" cy="37999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63625" y="3018594"/>
            <a:ext cx="1836792" cy="229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Control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63625" y="3313501"/>
            <a:ext cx="2024552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tracking and digital contracts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02220" y="4267612"/>
            <a:ext cx="1836791" cy="229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Trust Score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77730" y="4562519"/>
            <a:ext cx="1861282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rating from completed trips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63625" y="4912530"/>
            <a:ext cx="1836792" cy="229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Verified Identity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63625" y="5207437"/>
            <a:ext cx="2024552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KYC and OTP driver verification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1407" y="6582608"/>
            <a:ext cx="83033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LogineX builds confidence at every step from who picks up the load to where it is right now and how the agreement is structured.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9636919" y="2403038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It Matters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9636919" y="2971681"/>
            <a:ext cx="4219575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trust the system when they can </a:t>
            </a: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who is moving their load and exactly where it is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Verified profiles, transparent Trust Scores, and digital contracts raise the professional standard of every trip.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9636919" y="5344835"/>
            <a:ext cx="4219575" cy="2002155"/>
          </a:xfrm>
          <a:prstGeom prst="roundRect">
            <a:avLst>
              <a:gd name="adj" fmla="val 4684"/>
            </a:avLst>
          </a:prstGeom>
          <a:solidFill>
            <a:srgbClr val="183A13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161" y="5679877"/>
            <a:ext cx="279083" cy="2232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362486" y="5620345"/>
            <a:ext cx="32707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contracts reduce disputes and create an auditable record for every transaction on the platform.</a:t>
            </a:r>
            <a:endParaRPr lang="en-US" sz="17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92C420-A6C4-BE6D-4303-9391DF35496D}"/>
              </a:ext>
            </a:extLst>
          </p:cNvPr>
          <p:cNvSpPr txBox="1"/>
          <p:nvPr/>
        </p:nvSpPr>
        <p:spPr>
          <a:xfrm>
            <a:off x="12843164" y="7730836"/>
            <a:ext cx="1714500" cy="37407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LogineX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758" y="576501"/>
            <a:ext cx="2613184" cy="382429"/>
          </a:xfrm>
          <a:prstGeom prst="roundRect">
            <a:avLst>
              <a:gd name="adj" fmla="val 18372"/>
            </a:avLst>
          </a:prstGeom>
          <a:solidFill>
            <a:srgbClr val="0A004D"/>
          </a:solidFill>
          <a:ln/>
        </p:spPr>
      </p:sp>
      <p:sp>
        <p:nvSpPr>
          <p:cNvPr id="4" name="Text 1"/>
          <p:cNvSpPr/>
          <p:nvPr/>
        </p:nvSpPr>
        <p:spPr>
          <a:xfrm>
            <a:off x="857131" y="639127"/>
            <a:ext cx="23624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MAKES US DIFFERENT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758" y="1035963"/>
            <a:ext cx="5938242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More Than a Truck App</a:t>
            </a:r>
            <a:endParaRPr lang="en-US" sz="4100" dirty="0"/>
          </a:p>
        </p:txBody>
      </p:sp>
      <p:sp>
        <p:nvSpPr>
          <p:cNvPr id="6" name="Shape 3"/>
          <p:cNvSpPr/>
          <p:nvPr/>
        </p:nvSpPr>
        <p:spPr>
          <a:xfrm>
            <a:off x="731758" y="1978462"/>
            <a:ext cx="7680484" cy="1548765"/>
          </a:xfrm>
          <a:prstGeom prst="roundRect">
            <a:avLst>
              <a:gd name="adj" fmla="val 7085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8898" y="1978462"/>
            <a:ext cx="91440" cy="1548765"/>
          </a:xfrm>
          <a:prstGeom prst="roundRect">
            <a:avLst>
              <a:gd name="adj" fmla="val 96046"/>
            </a:avLst>
          </a:prstGeom>
          <a:solidFill>
            <a:srgbClr val="2B0AFF"/>
          </a:solidFill>
          <a:ln/>
        </p:spPr>
      </p:sp>
      <p:sp>
        <p:nvSpPr>
          <p:cNvPr id="8" name="Text 5"/>
          <p:cNvSpPr/>
          <p:nvPr/>
        </p:nvSpPr>
        <p:spPr>
          <a:xfrm>
            <a:off x="1032272" y="2210395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Beyond Trucks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32272" y="2652593"/>
            <a:ext cx="714803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platforms stop at truck bookings. LogineX extends to </a:t>
            </a:r>
            <a:r>
              <a:rPr lang="en-US" sz="16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machinery haulage and project cargo</a:t>
            </a: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largely unserved and high value segment.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758" y="3719989"/>
            <a:ext cx="7680484" cy="1870115"/>
          </a:xfrm>
          <a:prstGeom prst="roundRect">
            <a:avLst>
              <a:gd name="adj" fmla="val 586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8898" y="3719989"/>
            <a:ext cx="91440" cy="1870115"/>
          </a:xfrm>
          <a:prstGeom prst="roundRect">
            <a:avLst>
              <a:gd name="adj" fmla="val 96046"/>
            </a:avLst>
          </a:prstGeom>
          <a:solidFill>
            <a:srgbClr val="2B0AFF"/>
          </a:solidFill>
          <a:ln/>
        </p:spPr>
      </p:sp>
      <p:sp>
        <p:nvSpPr>
          <p:cNvPr id="12" name="Text 9"/>
          <p:cNvSpPr/>
          <p:nvPr/>
        </p:nvSpPr>
        <p:spPr>
          <a:xfrm>
            <a:off x="1032272" y="3951923"/>
            <a:ext cx="3227308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 + Contract Together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1032272" y="4394121"/>
            <a:ext cx="7148036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serve both the immediate spot market and long - term contract logistics giving fleet owners and cargo owners flexibility on one platform.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1758" y="5782866"/>
            <a:ext cx="7680484" cy="1870115"/>
          </a:xfrm>
          <a:prstGeom prst="roundRect">
            <a:avLst>
              <a:gd name="adj" fmla="val 586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8898" y="5782866"/>
            <a:ext cx="91440" cy="1870115"/>
          </a:xfrm>
          <a:prstGeom prst="roundRect">
            <a:avLst>
              <a:gd name="adj" fmla="val 96046"/>
            </a:avLst>
          </a:prstGeom>
          <a:solidFill>
            <a:srgbClr val="2B0A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32272" y="6014799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Inclusive by Design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1032272" y="6456998"/>
            <a:ext cx="7148036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fleets get the same powerful tools as large operators. LogineX is </a:t>
            </a:r>
            <a:r>
              <a:rPr lang="en-US" sz="16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wider than a truck app, yet more focused than a generic logistics platform</a:t>
            </a: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0065"/>
            <a:ext cx="1434346" cy="315516"/>
          </a:xfrm>
          <a:prstGeom prst="roundRect">
            <a:avLst>
              <a:gd name="adj" fmla="val 18494"/>
            </a:avLst>
          </a:prstGeom>
          <a:noFill/>
          <a:ln w="7620">
            <a:solidFill>
              <a:srgbClr val="2B0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537" y="579715"/>
            <a:ext cx="1210747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CEC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8682"/>
            <a:ext cx="6014918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LogineX Solves the Full Flow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23737" y="3457813"/>
            <a:ext cx="3646527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Competition Solves One Piece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3737" y="3861911"/>
            <a:ext cx="5779532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platforms handle load booking or driver verification or tracking. Very few connect all of these into a single, seamless experience built for India's private - goods logistics market.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323737" y="4747260"/>
            <a:ext cx="5779532" cy="1118473"/>
          </a:xfrm>
          <a:prstGeom prst="roundRect">
            <a:avLst>
              <a:gd name="adj" fmla="val 6521"/>
            </a:avLst>
          </a:prstGeom>
          <a:solidFill>
            <a:srgbClr val="02234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330" y="4995148"/>
            <a:ext cx="217051" cy="173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87974" y="4923472"/>
            <a:ext cx="5041702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LogineX is engineered for long - term, repeat use not just one time bookings. Every feature is designed to keep owners and drivers coming back.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513" y="1780342"/>
            <a:ext cx="5779532" cy="577953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513" y="1780342"/>
            <a:ext cx="5779532" cy="57795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5731A5-7965-9C88-11EF-4CFA8DB73BA0}"/>
              </a:ext>
            </a:extLst>
          </p:cNvPr>
          <p:cNvSpPr txBox="1"/>
          <p:nvPr/>
        </p:nvSpPr>
        <p:spPr>
          <a:xfrm>
            <a:off x="12843164" y="7730836"/>
            <a:ext cx="1714500" cy="37407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LogineX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376" y="648653"/>
            <a:ext cx="1388031" cy="373856"/>
          </a:xfrm>
          <a:prstGeom prst="roundRect">
            <a:avLst>
              <a:gd name="adj" fmla="val 18475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842605" y="710208"/>
            <a:ext cx="1141571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9376" y="1096923"/>
            <a:ext cx="7007900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Behind LogineX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19376" y="2018586"/>
            <a:ext cx="6502718" cy="1172528"/>
          </a:xfrm>
          <a:prstGeom prst="roundRect">
            <a:avLst>
              <a:gd name="adj" fmla="val 736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498" y="223170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498" y="2664500"/>
            <a:ext cx="607647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Next.js · Tailwind CSS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8307" y="2018586"/>
            <a:ext cx="6502718" cy="1172528"/>
          </a:xfrm>
          <a:prstGeom prst="roundRect">
            <a:avLst>
              <a:gd name="adj" fmla="val 736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1429" y="223170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1429" y="2664500"/>
            <a:ext cx="607647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+ Express / NestJS · REST + WebSockets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9376" y="3377327"/>
            <a:ext cx="6502718" cy="1486019"/>
          </a:xfrm>
          <a:prstGeom prst="roundRect">
            <a:avLst>
              <a:gd name="adj" fmla="val 581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498" y="3590449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32498" y="4023241"/>
            <a:ext cx="607647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- MySQL / PostgreSQL with ORM (e.g. Prisma)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08307" y="3377327"/>
            <a:ext cx="6502718" cy="1486019"/>
          </a:xfrm>
          <a:prstGeom prst="roundRect">
            <a:avLst>
              <a:gd name="adj" fmla="val 581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1429" y="3590449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Mapping &amp; GPS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21429" y="4023241"/>
            <a:ext cx="6076474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Maps API + Device GPS - connected to backend for live tracking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9376" y="5049560"/>
            <a:ext cx="6502718" cy="1172528"/>
          </a:xfrm>
          <a:prstGeom prst="roundRect">
            <a:avLst>
              <a:gd name="adj" fmla="val 736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498" y="5262682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App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2498" y="5695474"/>
            <a:ext cx="607647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Flutter - sharing the same backend as the web platform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8307" y="5049560"/>
            <a:ext cx="6502718" cy="1172528"/>
          </a:xfrm>
          <a:prstGeom prst="roundRect">
            <a:avLst>
              <a:gd name="adj" fmla="val 736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1429" y="5262682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 &amp; Payments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21429" y="5695474"/>
            <a:ext cx="607647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NextAuth · Twilio OTP · RazorPay UPI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9376" y="6408301"/>
            <a:ext cx="6502718" cy="1172528"/>
          </a:xfrm>
          <a:prstGeom prst="roundRect">
            <a:avLst>
              <a:gd name="adj" fmla="val 736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498" y="6621423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Hosting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2498" y="7054215"/>
            <a:ext cx="607647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/ AWS / Render - scalable cloud infrastructure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08307" y="6408301"/>
            <a:ext cx="6502718" cy="1172528"/>
          </a:xfrm>
          <a:prstGeom prst="roundRect">
            <a:avLst>
              <a:gd name="adj" fmla="val 736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1429" y="6621423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&amp; Ops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621429" y="7054215"/>
            <a:ext cx="607647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 · Notion / Airtable · Jira · Zoho Books · Git &amp; GitHub</a:t>
            </a:r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54A444-2FCF-E2D9-4F75-051BE6FD669A}"/>
              </a:ext>
            </a:extLst>
          </p:cNvPr>
          <p:cNvSpPr txBox="1"/>
          <p:nvPr/>
        </p:nvSpPr>
        <p:spPr>
          <a:xfrm>
            <a:off x="12843164" y="7730836"/>
            <a:ext cx="1714500" cy="37407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LogineX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93708"/>
            <a:ext cx="2214324" cy="426244"/>
          </a:xfrm>
          <a:prstGeom prst="roundRect">
            <a:avLst>
              <a:gd name="adj" fmla="val 17880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61693"/>
            <a:ext cx="194214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10678"/>
            <a:ext cx="100483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Features That Make LogineX Special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659618"/>
            <a:ext cx="453628" cy="453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27374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Posting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22790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spot or contract loads in seconds with vehicle type, route, and rate details.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659618"/>
            <a:ext cx="453628" cy="453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2737485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Verified Drivers &amp; Trust Score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73008" y="358223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KYC - verified profiles and a reputation score built trip by trip.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2659618"/>
            <a:ext cx="453628" cy="4536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15111" y="27374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Tracking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415111" y="322790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GPS visibility for cargo owners throughout the journey.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124569"/>
            <a:ext cx="453628" cy="4536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0906" y="5202436"/>
            <a:ext cx="30446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 Load Matching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530906" y="5692854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suggestions to fill the return leg and eliminate costly empty trips.</a:t>
            </a:r>
            <a:endParaRPr lang="en-US" sz="17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893" y="5124569"/>
            <a:ext cx="453628" cy="4536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73008" y="5202436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Contracts &amp; Fleet Dashboard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5973008" y="6047184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agreements, route filters, post - trip ratings, and dispute support all in one place.</a:t>
            </a:r>
            <a:endParaRPr lang="en-US" sz="17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1CDB6A-29DE-32BC-1B89-F77B0F631A90}"/>
              </a:ext>
            </a:extLst>
          </p:cNvPr>
          <p:cNvSpPr txBox="1"/>
          <p:nvPr/>
        </p:nvSpPr>
        <p:spPr>
          <a:xfrm>
            <a:off x="12843164" y="7730836"/>
            <a:ext cx="1714500" cy="37407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LogineX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927</Words>
  <Application>Microsoft Office PowerPoint</Application>
  <PresentationFormat>Custom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 Bold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Manomay Shukla</cp:lastModifiedBy>
  <cp:revision>2</cp:revision>
  <dcterms:created xsi:type="dcterms:W3CDTF">2026-04-15T17:44:32Z</dcterms:created>
  <dcterms:modified xsi:type="dcterms:W3CDTF">2026-04-15T18:09:42Z</dcterms:modified>
</cp:coreProperties>
</file>